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三元相图指导绿色溶剂选择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AAABB"/>
                </a:solidFill>
              </a:defRPr>
            </a:pPr>
            <a:r>
              <a:t>从 Flory-Huggins 相图理解氯仿与绿色溶剂的效率差异  |  2026-05-22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18288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核心问题：绿色溶剂 vs 氯仿，差异从何而来？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t>氯仿 (CF) 是 OPV 领域的"黄金标准"加工溶剂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t>绿色溶剂 (Toluene, o-Xylene) 替代后 PCE 下降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t>关键追问: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t>  1. 效率衰减的本质是什么？热力学还是动力学？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t>  2. 为什么 o-Xylene 在绿色溶剂中表现最好？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t>  3. 三元相图能告诉我们什么？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器件效率数据: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PM6:L8-Bo / Tol:   18.75%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PM6:L8-Bo / OXy:  19.50%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PM6:D18:L8-Bo / Tol:  19.58%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PM6:D18:L8-Bo / OXy: 20.25%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o-Xylene 在两个体系中均优于 Toluene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D18 三元策略额外增益 +0.8%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最佳体系: D18+OXy = 20.25%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六体系临界点数据总览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058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280160"/>
                <a:gridCol w="1280160"/>
                <a:gridCol w="1280160"/>
                <a:gridCol w="128016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体系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给体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溶剂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CP phi1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CP phi2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CP phi3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PCE 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PM6-CF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CF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0.455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0.485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0.061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— (ref)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PM6-Tol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Toluene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18.75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PM6-OXy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o-Xylene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0.272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0.676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19.50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D18-CF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— (ref)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D18-Tol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Toluene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0.127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0.819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19.58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D18-OXy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o-Xylene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20.25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CP φ₂ = 相分离起始门槛。φ₂ 越高 → 成膜过程中越早进入两相区 → 畴区粗化时间越长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CF 的 CP φ₂ (0.485/0.537) 显著低于 Tol (0.718/0.819) → CF 延迟相分离 → 更可控形貌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o-Xylene 的 CP φ₂ (0.676/0.428) 介于 CF 和 Tol 之间 → 比 Tol 更接近 CF 的相分离行为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D18-OXy 的 CP φ₂=0.428 是所有体系中最低的 → 极端延迟相分离 + D18预聚集 = 20.25%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临界点 φ₂ 对比：越低越接近 CF，越高越偏离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phas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303520" cy="2743200"/>
          </a:xfrm>
          <a:prstGeom prst="rect">
            <a:avLst/>
          </a:prstGeom>
        </p:spPr>
      </p:pic>
      <p:pic>
        <p:nvPicPr>
          <p:cNvPr id="6" name="Picture 5" descr="fig4_red_p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左图: 四体系相图量化指标。D18-Tol 相分离最早 (CP=0.819), D18-OXy 最晚 (CP=0.428)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右图: RED 溶剂质量 + PCE。o-Xylene 对 PM6 是更好的溶剂 (RED=0.63 vs 0.98)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核心规律: CP φ₂ 越低 → 器件 PCE 越高 (D18-OXy 例外需要预聚集补偿)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三元相图：Toluene vs o-Xylene (四体系)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nary_real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三元相图：Chloroform 体系 (新增)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nary_real_CF_2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32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F2937"/>
                </a:solidFill>
              </a:defRPr>
            </a:pPr>
            <a:r>
              <a:t>PM6-CF: CP φ₂=0.485 (38 tie-lines) | D18-CF: CP φ₂=0.537 (23 tie-lines) | 参数为 HSP 估算值，未经完整扫描优化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物理机制：临界点决定相分离窗口宽度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drying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4008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成膜过程 = 溶剂挥发 → 浓度↑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→ φ₂ 下降 → 触及 CP → LLPS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CF (CP≈0.49):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触发晚 + 挥发快 (bp 61°C)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→ 极速穿越两相区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→ 形貌被"冻结"在最优状态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Tol (CP≈0.77):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触发极早 + 挥发中等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→ LLPS 区停留极长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→ 畴区过度粗化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OXy + D18 (CP≈0.43):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触发最晚 + D18 预聚集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→ 即使挥发慢，畴区仍可控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为什么 D18 + o-Xylene = 20.25%？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7_fou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772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四层协同优势: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1. HSP dh=3.10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 更匹配 L8-Bo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2. CP φ₂=0.428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 最晚相分离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3. D18 预聚集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 跳过 LLPS 成核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4. 给体相纯度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   φ₃=0.530</a:t>
            </a: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F2937"/>
                </a:solidFill>
              </a:defRPr>
            </a:pPr>
            <a:r>
              <a:t>→ 20.25% PCE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三元统一框架：HSP → 相图 → 动力学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058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CF 表现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绿色溶剂设计启示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1. 热力学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HSP / Flory-Huggins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δh=5.70 匹配 L8-Bo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选择 δh=3-6 的溶剂或共混物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2. 相图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三元相图 CP φ₂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CP≈0.49 延迟相分离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目标 CP φ₂=0.40-0.55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3. 动力学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挥发速率 + 预聚集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快挥发天然短LLPS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慢挥发需预聚集补偿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8_design_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绿色溶剂理性设计判据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743200"/>
                <a:gridCol w="4114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判据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推荐范围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Tol 评估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OXy 评估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CP φ₂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0.40–0.55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0.72–0.82 太高 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0.43–0.68 接近 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浓相 φ₃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&gt; 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0.38 不足 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0.50–0.53 达标 ✓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g23 (溶剂-给体)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0.20–0.35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0.39–0.45 偏高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0.30–0.41 适中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溶剂 δh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3.0–6.0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2.0 太低 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3.1 达标 ✓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PM6/溶剂 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&lt; 8.0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7.8 边缘 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5.1 达标 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理想绿色溶剂画像: CP φ₂ ≈ 0.45–0.50 + bp 80–120°C + δh ≈ 3–6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o-Xylene + D18 预聚集是目前最接近这一画像的绿色溶剂方案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1. 三元相图的 CP φ₂ 是预测溶剂适用性的核心参数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→ 直接决定相分离触发时机 → 控制畴区尺寸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2. CF 优势 = 低 CP + 快挥发的完美配合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→ 相分离晚触发 + 快速穿越 = 最优形貌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3. Tol 劣势 = 相分离过早触发 (CP≈0.77)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→ LLPS 区停留过长 → 畴区过度粗化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4. o-Xy + D18 通过"晚触发+空间补偿"逼近 CF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→ 最低 CP (0.428) + 预聚集补偿慢挥发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→ 20.25% = 绿色溶剂最高效率之一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5. 理性溶剂设计三原则: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(a) HSP 初筛: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   溶剂混合物落入 CF 邻域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(b) 相图精选: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   CP φ₂ 在 0.40–0.55 范围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(c) 动力学补偿: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    刚性给体第三组分 + 预聚集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</a:defRPr>
            </a:pPr>
            <a:r>
              <a:t>  → 可推广至任意新型绿色溶剂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HSP 分析：热力学基础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hsp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2743200"/>
          </a:xfrm>
          <a:prstGeom prst="rect">
            <a:avLst/>
          </a:prstGeom>
        </p:spPr>
      </p:pic>
      <p:pic>
        <p:nvPicPr>
          <p:cNvPr id="6" name="Picture 5" descr="fig3_ra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029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左: HSP 二维气泡图。CF (δh=5.70) 与 L8-Bo (δh=5.93) 完美匹配。o-Xy (δh=3.10) &gt; Tol (δh=2.00)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</a:defRPr>
            </a:pPr>
            <a:r>
              <a:t>右: Ra 距离矩阵。PM6/L8-Bo Ra=6.31 → 适中相容性差异利于 BHJ 形貌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AAABB"/>
                </a:solidFill>
              </a:defRPr>
            </a:pPr>
            <a:r>
              <a:t>计算方法: Flory-Huggins 三元相平衡 (MATLAB + Python)</a:t>
            </a:r>
            <a:br/>
            <a:r>
              <a:t>HSP: Hoftyzer-van Krevelen 基团贡献法</a:t>
            </a:r>
            <a:br/>
            <a:r>
              <a:t>数据: 六体系 × 临界点 × Binodal × Spinodal × Tie-lines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18288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